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請求書の自動返信設定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ADD8E6"/>
                </a:solidFill>
              </a:rPr>
              <a:t>Outlook の仕分けルールを使った設定手順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対象：kanri@ に届く「請求書」メール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やりたいこと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47120" cy="2011680"/>
          </a:xfrm>
          <a:prstGeom prst="rect">
            <a:avLst/>
          </a:prstGeom>
          <a:solidFill>
            <a:srgbClr val="EA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F3A5F"/>
                </a:solidFill>
              </a:rPr>
              <a:t>kanri@ に届くメールのうち、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86C1"/>
                </a:solidFill>
              </a:rPr>
              <a:t>件名に「請求書」が含まれるメールに対して、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5F"/>
                </a:solidFill>
              </a:rPr>
              <a:t>受領確認の返信を自動で送る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66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A5F"/>
                </a:solidFill>
              </a:rPr>
              <a:t>使うツール：Outlook の「仕分けルール」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114800"/>
            <a:ext cx="3474720" cy="7315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187952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✓  Outlook の画面だけで設定できる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4114800"/>
            <a:ext cx="3474720" cy="7315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4187952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✓  外部ツール不要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4114800"/>
            <a:ext cx="3474720" cy="7315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4187952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✓  プログラミング不要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事前準備　返信用テンプレートを作る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7132320" cy="640080"/>
          </a:xfrm>
          <a:prstGeom prst="rect">
            <a:avLst/>
          </a:prstGeom>
          <a:solidFill>
            <a:srgbClr val="EA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61872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3A5F"/>
                </a:solidFill>
              </a:rPr>
              <a:t>① Outlook を開き「新しいメール」をクリック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938528"/>
            <a:ext cx="713232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3A5F"/>
                </a:solidFill>
              </a:rPr>
              <a:t>② 本文に返信文を入力（右の文章をコピーしてOK）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688336"/>
            <a:ext cx="7132320" cy="640080"/>
          </a:xfrm>
          <a:prstGeom prst="rect">
            <a:avLst/>
          </a:prstGeom>
          <a:solidFill>
            <a:srgbClr val="EA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761488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3A5F"/>
                </a:solidFill>
              </a:rPr>
              <a:t>③ 件名は空欄のままでよい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438144"/>
            <a:ext cx="713232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511296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3A5F"/>
                </a:solidFill>
              </a:rPr>
              <a:t>④「ファイル」→「名前を付けて保存」をクリック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187952"/>
            <a:ext cx="7132320" cy="640080"/>
          </a:xfrm>
          <a:prstGeom prst="rect">
            <a:avLst/>
          </a:prstGeom>
          <a:solidFill>
            <a:srgbClr val="EA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261104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3A5F"/>
                </a:solidFill>
              </a:rPr>
              <a:t>⑤ ファイルの種類を「Outlook テンプレート (*.oft)」に変更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937759"/>
            <a:ext cx="713232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5010912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3A5F"/>
                </a:solidFill>
              </a:rPr>
              <a:t>⑥ ファイル名を「請求書受領確認」にして保存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1188720"/>
            <a:ext cx="3749039" cy="4572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12344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86C1"/>
                </a:solidFill>
              </a:rPr>
              <a:t>返信文の例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1645920"/>
            <a:ext cx="3474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3A5F"/>
                </a:solidFill>
              </a:rPr>
              <a:t>お世話になっております。
請求書のご送付ありがとうございます。
確かに受け取りました。
内容を確認の上、手続きを進めます。
引き続きよろしくお願いします。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37160"/>
            <a:ext cx="640080" cy="6400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ステップ１　仕分けルールの画面を開く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1247120" cy="1005840"/>
          </a:xfrm>
          <a:prstGeom prst="rect">
            <a:avLst/>
          </a:prstGeom>
          <a:solidFill>
            <a:srgbClr val="EA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73152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F3A5F"/>
                </a:solidFill>
              </a:rPr>
              <a:t>Outlook を開く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560320"/>
            <a:ext cx="112471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560320"/>
            <a:ext cx="73152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78892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F3A5F"/>
                </a:solidFill>
              </a:rPr>
              <a:t>上部メニューの「ホーム」タブをクリック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749039"/>
            <a:ext cx="11247120" cy="1005840"/>
          </a:xfrm>
          <a:prstGeom prst="rect">
            <a:avLst/>
          </a:prstGeom>
          <a:solidFill>
            <a:srgbClr val="EA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749039"/>
            <a:ext cx="73152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977639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F3A5F"/>
                </a:solidFill>
              </a:rPr>
              <a:t>「ルール」→「仕分けルールと通知の管理」をクリック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37160"/>
            <a:ext cx="640080" cy="6400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ステップ２　新しいルールを作る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1247120" cy="1005840"/>
          </a:xfrm>
          <a:prstGeom prst="rect">
            <a:avLst/>
          </a:prstGeom>
          <a:solidFill>
            <a:srgbClr val="EA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73152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F3A5F"/>
                </a:solidFill>
              </a:rPr>
              <a:t>「新しいルール」をクリック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560320"/>
            <a:ext cx="112471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560320"/>
            <a:ext cx="73152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78892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F3A5F"/>
                </a:solidFill>
              </a:rPr>
              <a:t>「受信メッセージにルールを適用する」を選ぶ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749039"/>
            <a:ext cx="11247120" cy="1005840"/>
          </a:xfrm>
          <a:prstGeom prst="rect">
            <a:avLst/>
          </a:prstGeom>
          <a:solidFill>
            <a:srgbClr val="EA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749039"/>
            <a:ext cx="73152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977639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F3A5F"/>
                </a:solidFill>
              </a:rPr>
              <a:t>「次へ」をクリック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37160"/>
            <a:ext cx="640080" cy="6400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ステップ３　条件を設定する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1247120" cy="1005840"/>
          </a:xfrm>
          <a:prstGeom prst="rect">
            <a:avLst/>
          </a:prstGeom>
          <a:solidFill>
            <a:srgbClr val="EA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73152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F3A5F"/>
                </a:solidFill>
              </a:rPr>
              <a:t>「件名に特定の文字が含まれる場合」にチェックを入れる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560320"/>
            <a:ext cx="112471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560320"/>
            <a:ext cx="73152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78892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F3A5F"/>
                </a:solidFill>
              </a:rPr>
              <a:t>下の欄の「特定の文字」をクリック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749039"/>
            <a:ext cx="11247120" cy="1005840"/>
          </a:xfrm>
          <a:prstGeom prst="rect">
            <a:avLst/>
          </a:prstGeom>
          <a:solidFill>
            <a:srgbClr val="EA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749039"/>
            <a:ext cx="73152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977639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F3A5F"/>
                </a:solidFill>
              </a:rPr>
              <a:t>「請求書」と入力し「追加」→「OK」をクリック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937760"/>
            <a:ext cx="112471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4937760"/>
            <a:ext cx="73152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16636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F3A5F"/>
                </a:solidFill>
              </a:rPr>
              <a:t>「次へ」をクリック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37160"/>
            <a:ext cx="640080" cy="6400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ステップ４　返信の動作を設定する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1247120" cy="1005840"/>
          </a:xfrm>
          <a:prstGeom prst="rect">
            <a:avLst/>
          </a:prstGeom>
          <a:solidFill>
            <a:srgbClr val="EA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73152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F3A5F"/>
                </a:solidFill>
              </a:rPr>
              <a:t>「特定のテンプレートを使用して返信する」にチェックを入れる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560320"/>
            <a:ext cx="112471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560320"/>
            <a:ext cx="73152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78892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F3A5F"/>
                </a:solidFill>
              </a:rPr>
              <a:t>下の欄の「特定のテンプレート」をクリック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749039"/>
            <a:ext cx="11247120" cy="1005840"/>
          </a:xfrm>
          <a:prstGeom prst="rect">
            <a:avLst/>
          </a:prstGeom>
          <a:solidFill>
            <a:srgbClr val="EA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749039"/>
            <a:ext cx="73152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977639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F3A5F"/>
                </a:solidFill>
              </a:rPr>
              <a:t>先ほど保存した「請求書受領確認.oft」を選ぶ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937760"/>
            <a:ext cx="112471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4937760"/>
            <a:ext cx="73152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16636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F3A5F"/>
                </a:solidFill>
              </a:rPr>
              <a:t>「次へ」をクリック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37160"/>
            <a:ext cx="640080" cy="6400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ステップ５　完了する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1247120" cy="1005840"/>
          </a:xfrm>
          <a:prstGeom prst="rect">
            <a:avLst/>
          </a:prstGeom>
          <a:solidFill>
            <a:srgbClr val="EA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73152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F3A5F"/>
                </a:solidFill>
              </a:rPr>
              <a:t>ルールの名前を「請求書自動返信」と入力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560320"/>
            <a:ext cx="112471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560320"/>
            <a:ext cx="73152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78892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F3A5F"/>
                </a:solidFill>
              </a:rPr>
              <a:t>「完了」をクリック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749039"/>
            <a:ext cx="11247120" cy="1005840"/>
          </a:xfrm>
          <a:prstGeom prst="rect">
            <a:avLst/>
          </a:prstGeom>
          <a:solidFill>
            <a:srgbClr val="EA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749039"/>
            <a:ext cx="73152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977639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F3A5F"/>
                </a:solidFill>
              </a:rPr>
              <a:t>「仕分けルールと通知の管理」画面で「OK」をクリック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注意事項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1371600"/>
          </a:xfrm>
          <a:prstGeom prst="rect">
            <a:avLst/>
          </a:prstGeom>
          <a:solidFill>
            <a:srgbClr val="EA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640080" cy="13716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</a:rPr>
              <a:t>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508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67E22"/>
                </a:solidFill>
              </a:rPr>
              <a:t>Outlook が起動している間だけ動作します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0574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</a:rPr>
              <a:t>パソコンを閉じていると返信されません。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017520"/>
            <a:ext cx="11247120" cy="1371600"/>
          </a:xfrm>
          <a:prstGeom prst="rect">
            <a:avLst/>
          </a:prstGeom>
          <a:solidFill>
            <a:srgbClr val="EA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3017520"/>
            <a:ext cx="640080" cy="13716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337560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</a:rPr>
              <a:t>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154679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86C1"/>
                </a:solidFill>
              </a:rPr>
              <a:t>常に自動返信したい場合は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7033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</a:rPr>
              <a:t>パソコンを起動したままにするか、IT担当者に相談してください。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663440"/>
            <a:ext cx="11247120" cy="1371600"/>
          </a:xfrm>
          <a:prstGeom prst="rect">
            <a:avLst/>
          </a:prstGeom>
          <a:solidFill>
            <a:srgbClr val="EA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663440"/>
            <a:ext cx="640080" cy="137160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983479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8006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8B4C"/>
                </a:solidFill>
              </a:rPr>
              <a:t>設定後は必ずテストしましょう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53492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</a:rPr>
              <a:t>テスト用のメールを送って、正しく返信が届くか確認してください。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