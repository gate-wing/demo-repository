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労働分配率・適正人数 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DD8E6"/>
                </a:solidFill>
              </a:rPr>
              <a:t>試算表CSVをもとにした経営分析レポート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従業員数：21名　｜　業種：外食向けWEB販促支援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このレポートでわかること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試算表から売上・人件費を集計する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労働分配率（人件費の割合）を計算する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461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業種の適正ラインと比較・評価する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1605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適正な従業員人数を割り出す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074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現状21名との差を確認する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STEP 1　試算表CSVを共有・確認する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CSVファイルの中から、以下の3つの項目を確認します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474720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売上高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474720" cy="13716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3A5F"/>
                </a:solidFill>
              </a:rPr>
              <a:t>売上、営業収益
など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474720" cy="9144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7451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人件費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3474720" cy="13716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8346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3A5F"/>
                </a:solidFill>
              </a:rPr>
              <a:t>給与、賞与
法定福利費 など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47472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7451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売上原価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43200"/>
            <a:ext cx="3474720" cy="13716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3A5F"/>
                </a:solidFill>
              </a:rPr>
              <a:t>仕入、外注費
など（あれば）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D6008"/>
                </a:solidFill>
              </a:rPr>
              <a:t>⚠ 役員報酬が含まれている場合は、分けて計算します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STEP 2　労働分配率を計算する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3A5F"/>
                </a:solidFill>
              </a:rPr>
              <a:t>労働分配率（%）＝ 人件費合計 ÷ 粗利益 ×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粗利益の求め方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530352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売上原価がある場合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9144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粗利益 ＝ 売上高 ー 売上原価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383280"/>
            <a:ext cx="530352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401568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売上原価がない場合
（サービス業など）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931920"/>
            <a:ext cx="5303520" cy="9144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9776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売上高をそのまま
粗利益として使う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STEP 3　業種の適正ラインと比較する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外食WEB販促支援業の目安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828800" cy="8229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適正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2286000" cy="8229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920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8B4C"/>
                </a:solidFill>
              </a:rPr>
              <a:t>50〜60%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659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問題なし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82880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要注意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926080"/>
            <a:ext cx="2286000" cy="8229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017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</a:rPr>
              <a:t>60〜70%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0632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人件費が重くなりはじめている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182880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危険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023360"/>
            <a:ext cx="2286000" cy="82296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114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0392B"/>
                </a:solidFill>
              </a:rPr>
              <a:t>70%以上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1605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早急な見直しが必要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※ WEB・販促支援はサービス業に近いため、人件費の割合が高くなりやすい傾向があります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STEP 4　適正な従業員人数を割り出す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2860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</a:rPr>
              <a:t>計算式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3A5F"/>
                </a:solidFill>
              </a:rPr>
              <a:t>①  適正人件費 ＝ 粗利益 × 55%（適正労働分配率の基準値）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3A5F"/>
                </a:solidFill>
              </a:rPr>
              <a:t>②  1人あたり平均人件費 ＝ 現在の人件費合計 ÷ 21名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3A5F"/>
                </a:solidFill>
              </a:rPr>
              <a:t>③  適正人数 ＝ 適正人件費 ÷ 1人あたり平均人件費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</a:rPr>
              <a:t>現状との比較イメージ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3474720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33087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現在の従業員数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3474720" cy="64008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A5F"/>
                </a:solidFill>
              </a:rPr>
              <a:t>21名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4114800"/>
            <a:ext cx="347472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4133087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計算上の適正人数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4663440"/>
            <a:ext cx="3474720" cy="64008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4709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86C1"/>
                </a:solidFill>
              </a:rPr>
              <a:t>CSV集計後に算出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114800"/>
            <a:ext cx="3474720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133087"/>
            <a:ext cx="3474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過不足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663440"/>
            <a:ext cx="3474720" cy="64008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709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8B4C"/>
                </a:solidFill>
              </a:rPr>
              <a:t>適正人数との差を表示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STEP 5　分析結果のまとめ方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</a:rPr>
              <a:t>CSVを受け取った後、以下の形式でまとめて報告します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【分析結果】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■ 売上高：〇〇〇万円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797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■ 粗利益：〇〇〇万円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■ 人件費合計：〇〇〇万円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■ 労働分配率：〇〇%　→　判定：適正 / 要注意 / 危険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96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71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■ 適正従業員人数：約〇〇名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64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>　→ 現在21名に対して 〇名 多い / 少ない / ほぼ適正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